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AuroraISP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B6D4"/>
                </a:solidFill>
              </a:rPr>
              <a:t>Vende mais. Perde menos. Fideliza sempre.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1F5F9"/>
                </a:solidFill>
              </a:rPr>
              <a:t>Hub de tecnologia com IA para provedores de internet.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Pitch Comercial —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dia a dia do seu time comercial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Lead some no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Chega, pergunta o preço e desaparece. Ninguém acompanha.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743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Documentos no caos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1168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Vendedor pede CPF no chat, o cliente manda foto borrada, o processo trava.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743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Ativação manual e lenta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Depois do contrato, alguém precisa lançar tudo no sistema. Retrabalho todo dia.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8016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280160"/>
            <a:ext cx="2743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 grande para pouco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01168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8 pessoas para atender 1.000 leads por mês. Custo alto, resultado médio.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 AuroraISP resolve isso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</a:rPr>
              <a:t>Do lead ao cliente fidelizado com inteligência.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</a:rPr>
              <a:t>A Aurora automatiza o fluxo comercial do início ao fim. O lead entra no WhatsApp, o bot qualifica, coleta os documentos, gera o contrato e ativa direto no HubSoft. Sem planilha, sem retrabalho, sem lead perdido.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Integração nativa e profunda com HubSoft.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1F5F9"/>
                </a:solidFill>
              </a:rPr>
              <a:t>Nenhum concorrente faz isso.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Um hub. Três módulos. Uma jornada completa.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✅ Disponível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Lead no WhatsApp
Bot de qualificação
Coleta de documentos
Geração de contrato
Ativação no HubSoft
CRM Kanban (Pro)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533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57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🔧 Em breve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146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Disparos de WhatsApp e e-mail
Fluxos de automação prontos
Nutrição de leads
Gestão de tráfego pago com IA
Relatórios de atribuição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6576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3533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57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🔧 Em breve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5146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Clube de Benefícios
Prevenção de churn
NPS automatizado
Upsell de plano e SVA
Relatórios de saúde da 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Resultado real. Provedor em produção.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B6D4"/>
                </a:solidFill>
              </a:rPr>
              <a:t>Provedor regional com 30.000 clientes ativos.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103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leads por mês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920240"/>
            <a:ext cx="2103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vendas digitais/mês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920240"/>
            <a:ext cx="2103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R$99,90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ticket médio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59" y="1920240"/>
            <a:ext cx="2103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799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799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pessoas no time
(eram 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1920240"/>
            <a:ext cx="2103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19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R$284.400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19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economia/ano
em pessoal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8 pessoas atendiam 1.000 leads por mês. Hoje 2 pessoas dão conta do mesmo volume.
As outras 2 viraram backoffice estratégico. Função que antes não existia.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Do lead ao HubSoft em minutos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82880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Lead no
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182880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920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06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Bot
qualifica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828800"/>
            <a:ext cx="182880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920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06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Coleta
documentos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828800"/>
            <a:ext cx="182880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920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606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Gera
contrato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828800"/>
            <a:ext cx="182880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606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Ativa no
HubSoft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Sem planilha. Sem retrabalho. Sem lead perdido.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Tudo integrado nativamente ao HubSoft.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Preço que cresce com o provedor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</a:rPr>
              <a:t>R$397/mês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+ transacional por uso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ISPs pequenos
Até 2 usuários
Funcionalidades essenciais
Suporte standard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474720" cy="5029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</a:rPr>
              <a:t>R$797/mês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+ transacional por uso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1089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ISPs em crescimento
Até 5 usuários
Funcionalidades completas
Suporte standard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4747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</a:rPr>
              <a:t>R$1.397/mês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+ transacional por uso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089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ISPs estabelecidos
Usuários ilimitados
IA + CRM Kanban
Suporte prioritário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92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Comercial | Marketing | CS — cada módulo tem seu próprio plano.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Por que AuroraISP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HubSoft nativo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Integração profunda com o ERP mais usado por ISPs regionais. Nenhum concorrente faz isso.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Case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Resultado comprovado em produção. Não é promessa. São números reais de um provedor com 30.000 clientes.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IA no processo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66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Qualificação, validação, sugestão de campanha e prevenção de churn com inteligência artificial.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017520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01752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Preço que faz sentido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566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ROI positivo no primeiro mês. O transacional alinha o sucesso da Aurora com o sucesso do provedor.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79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54879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463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Trial para HubSoft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0351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14 dias gratuitos para quem já usa HubSoft. Em 14 dias dá para ver resultado real.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754879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754879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8463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Hub completo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30351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Comercial, Marketing e CS em uma plataforma. Do lead ao cliente fidelizado.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Próximo passo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São 30 minutos para você ver funcionando.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6B6D4"/>
                </a:solidFill>
              </a:rPr>
              <a:t>Demo ao vivo. Sem compromisso.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76072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2735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Agendar demonstração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1F5F9"/>
                </a:solidFill>
              </a:rPr>
              <a:t>Provedores HubSoft: 14 dias gratuitos para testar.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</a:rPr>
              <a:t>auroraisp.com.br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